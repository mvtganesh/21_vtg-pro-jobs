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70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53" y="3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682240" y="1416898"/>
            <a:ext cx="11137392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4800" dirty="0"/>
              <a:t>VTG PRO JOBS</a:t>
            </a:r>
          </a:p>
          <a:p>
            <a:r>
              <a:rPr sz="2800" dirty="0"/>
              <a:t>Smart Job Portal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C4497-2D5D-0AC3-4CF0-02A9FE4CDFD9}"/>
              </a:ext>
            </a:extLst>
          </p:cNvPr>
          <p:cNvSpPr txBox="1"/>
          <p:nvPr/>
        </p:nvSpPr>
        <p:spPr>
          <a:xfrm>
            <a:off x="432816" y="5165371"/>
            <a:ext cx="70347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Name		: M.V.T.  Ganesh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Trainer		: Vineeth </a:t>
            </a:r>
            <a:r>
              <a:rPr lang="en-US" sz="2400" dirty="0" err="1">
                <a:solidFill>
                  <a:schemeClr val="bg1"/>
                </a:solidFill>
              </a:rPr>
              <a:t>Godishela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Date		: 02 march 2026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7680" y="792480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sz="2400" dirty="0"/>
              <a:t>1. Project Overview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sz="2400" dirty="0"/>
              <a:t>2. Technology Stack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sz="2400" dirty="0"/>
              <a:t>3. Key Features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sz="2400" dirty="0"/>
              <a:t>4. Architecture &amp; Data Flow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sz="2400" dirty="0"/>
              <a:t>5. Component Deep Dive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sz="2400" dirty="0"/>
              <a:t>6. UI/UX Design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sz="2400" dirty="0"/>
              <a:t>7. Challenges &amp; Solutions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sz="2400" dirty="0"/>
              <a:t>8. Future Enhancements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sz="2400" dirty="0"/>
              <a:t>9. Live Demo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sz="2400" dirty="0"/>
              <a:t>10.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5968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57528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	</a:t>
            </a:r>
            <a:r>
              <a:rPr dirty="0"/>
              <a:t>React 18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React Router DOM 6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Bootstrap 5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JavaScript (ES6+)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CSS3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Local Storage API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Vite + </a:t>
            </a:r>
            <a:r>
              <a:rPr dirty="0" err="1"/>
              <a:t>npm</a:t>
            </a:r>
            <a:r>
              <a:rPr dirty="0"/>
              <a:t> + Git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8496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Key Features </a:t>
            </a:r>
            <a:r>
              <a:rPr lang="en-IN" dirty="0"/>
              <a:t>-</a:t>
            </a:r>
            <a:r>
              <a:rPr dirty="0"/>
              <a:t>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	</a:t>
            </a:r>
            <a:r>
              <a:rPr dirty="0"/>
              <a:t>Registration with 30+ fields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Secure Login/Logout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Search &amp; Sort Jobs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Save to Wishlist ❤️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Easy Apply Toggle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Track Applied Jobs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 -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	</a:t>
            </a:r>
            <a:r>
              <a:rPr dirty="0"/>
              <a:t>Experience Level Filter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Location Dropdown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Requirements Checkbox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Company Name Search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Salary Min/Max Range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Company Size Slider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Sort by Date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Reset Individual Filters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5280" y="527304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Application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44" y="2170176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	</a:t>
            </a:r>
            <a:r>
              <a:rPr dirty="0" err="1"/>
              <a:t>App.jsx</a:t>
            </a:r>
            <a:r>
              <a:rPr dirty="0"/>
              <a:t> (Router)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Home → Header + Filters + Jobs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Jobs → Card Component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 err="1"/>
              <a:t>MoreInfo</a:t>
            </a:r>
            <a:r>
              <a:rPr dirty="0"/>
              <a:t> Detailed Page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Profile, Wishlist, </a:t>
            </a:r>
            <a:r>
              <a:rPr dirty="0" err="1"/>
              <a:t>AppliedJobs</a:t>
            </a:r>
            <a:endParaRPr dirty="0"/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Error Handling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1272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	</a:t>
            </a:r>
            <a:r>
              <a:rPr dirty="0"/>
              <a:t>Filtering Flow: Filters → </a:t>
            </a:r>
            <a:r>
              <a:rPr dirty="0" err="1"/>
              <a:t>applyFilters</a:t>
            </a:r>
            <a:r>
              <a:rPr dirty="0"/>
              <a:t> → Jobs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Search Flow: Header → Home → Filters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Wishlist Flow: Card → </a:t>
            </a:r>
            <a:r>
              <a:rPr dirty="0" err="1"/>
              <a:t>localStorage</a:t>
            </a:r>
            <a:r>
              <a:rPr dirty="0"/>
              <a:t> → Header Update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users[] stored in </a:t>
            </a:r>
            <a:r>
              <a:rPr dirty="0" err="1"/>
              <a:t>localStorage</a:t>
            </a:r>
            <a:endParaRPr dirty="0"/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 err="1"/>
              <a:t>loginuser</a:t>
            </a:r>
            <a:r>
              <a:rPr dirty="0"/>
              <a:t> stored separately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2613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Component Deep Dive - </a:t>
            </a:r>
            <a:r>
              <a:rPr dirty="0" err="1"/>
              <a:t>Card.jsx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356360" y="1443228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	</a:t>
            </a:r>
            <a:r>
              <a:rPr dirty="0"/>
              <a:t>Displays Job Title &amp; Company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Badges: Location, Salary, Deadline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Buttons: More Info | Wishlist | Easy Apply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Real-time Counter Updates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Hover Effects &amp; Gradient Border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" y="16922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Component Deep Dive - Fi</a:t>
            </a:r>
            <a:r>
              <a:rPr lang="en-IN" dirty="0"/>
              <a:t>l</a:t>
            </a:r>
            <a:r>
              <a:rPr dirty="0" err="1"/>
              <a:t>ters.jsx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80288" y="2791968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dirty="0"/>
              <a:t>	</a:t>
            </a:r>
            <a:r>
              <a:rPr dirty="0"/>
              <a:t>Core Function: </a:t>
            </a:r>
            <a:r>
              <a:rPr dirty="0" err="1"/>
              <a:t>applyFilters</a:t>
            </a:r>
            <a:r>
              <a:rPr dirty="0"/>
              <a:t>()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Nested array filtering using some()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Salary range validation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Real-time updates via </a:t>
            </a:r>
            <a:r>
              <a:rPr dirty="0" err="1"/>
              <a:t>useEffect</a:t>
            </a:r>
            <a:endParaRPr dirty="0"/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Mobile </a:t>
            </a:r>
            <a:r>
              <a:rPr dirty="0" err="1"/>
              <a:t>Offcanvas</a:t>
            </a:r>
            <a:r>
              <a:rPr dirty="0"/>
              <a:t>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 err="1"/>
              <a:t>MoreInfo</a:t>
            </a:r>
            <a:r>
              <a:rPr dirty="0"/>
              <a:t> Detailed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50592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Urgent Hiring Badge (Pulse Animation)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Salary Range &amp; Deadline Display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Job Statistics (Views, Applications)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Responsibilities &amp; Requirements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Related Jobs (≥3 requirement match)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Sticky Apply Button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5176" y="1692276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User Registration &amp;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2999232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Modal Registration Form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Sections: Basic, Documents, Personal, Experience, Education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Profile Avatar with First Letter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Wishlist &amp; Applied Counts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Resume Information Display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1856" y="2039271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77724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dirty="0"/>
              <a:t>Backend Integration (MongoDB/PostgreSQL)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JWT Authentication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Admin Dashboard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Real-time Chat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AI Job Recommendations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React Native Mobile App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dirty="0"/>
              <a:t>Redux Toolkit + Testing + TypeScript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E7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59152" y="2590800"/>
            <a:ext cx="490942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8000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391</Words>
  <Application>Microsoft Office PowerPoint</Application>
  <PresentationFormat>On-screen Show (4:3)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Ganesh Mvt</cp:lastModifiedBy>
  <cp:revision>3</cp:revision>
  <dcterms:created xsi:type="dcterms:W3CDTF">2013-01-27T09:14:16Z</dcterms:created>
  <dcterms:modified xsi:type="dcterms:W3CDTF">2026-03-01T10:41:04Z</dcterms:modified>
  <cp:category/>
</cp:coreProperties>
</file>